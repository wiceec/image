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328" r:id="rId3"/>
    <p:sldId id="329" r:id="rId4"/>
    <p:sldId id="330" r:id="rId5"/>
    <p:sldId id="315" r:id="rId6"/>
    <p:sldId id="317" r:id="rId7"/>
    <p:sldId id="332" r:id="rId8"/>
    <p:sldId id="324" r:id="rId9"/>
    <p:sldId id="333" r:id="rId10"/>
    <p:sldId id="327" r:id="rId11"/>
    <p:sldId id="301" r:id="rId12"/>
  </p:sldIdLst>
  <p:sldSz cx="9144000" cy="5143500" type="screen16x9"/>
  <p:notesSz cx="7099300" cy="10234613"/>
  <p:embeddedFontLst>
    <p:embeddedFont>
      <p:font typeface="Garamond" panose="02020404030301010803" pitchFamily="18" charset="0"/>
      <p:regular r:id="rId14"/>
      <p:bold r:id="rId15"/>
      <p:italic r:id="rId16"/>
      <p:boldItalic r:id="rId17"/>
    </p:embeddedFont>
    <p:embeddedFont>
      <p:font typeface="Roboto Mono" panose="00000009000000000000" pitchFamily="49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3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2" roundtripDataSignature="AMtx7mgef5f2AhNnknxt0F5kwqCqRaDR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E82E45D-6694-46C8-9419-9906F5FA1879}">
  <a:tblStyle styleId="{3E82E45D-6694-46C8-9419-9906F5FA187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BF0EB"/>
          </a:solidFill>
        </a:fill>
      </a:tcStyle>
    </a:wholeTbl>
    <a:band1H>
      <a:tcTxStyle/>
      <a:tcStyle>
        <a:tcBdr/>
        <a:fill>
          <a:solidFill>
            <a:srgbClr val="D4E0D5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4E0D5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04" autoAdjust="0"/>
    <p:restoredTop sz="84242" autoAdjust="0"/>
  </p:normalViewPr>
  <p:slideViewPr>
    <p:cSldViewPr snapToGrid="0">
      <p:cViewPr varScale="1">
        <p:scale>
          <a:sx n="146" d="100"/>
          <a:sy n="146" d="100"/>
        </p:scale>
        <p:origin x="618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223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62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6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9700" y="768350"/>
            <a:ext cx="6819900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 sz="1300" b="0" i="0" u="none" strike="noStrike" cap="none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:notes"/>
          <p:cNvSpPr txBox="1">
            <a:spLocks noGrp="1"/>
          </p:cNvSpPr>
          <p:nvPr>
            <p:ph type="sldNum" idx="12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1</a:t>
            </a:fld>
            <a:endParaRPr sz="1300" b="0" i="0" u="none" strike="noStrike" cap="none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70" name="Google Shape;70;p2:notes"/>
          <p:cNvSpPr txBox="1">
            <a:spLocks noGrp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1" name="Google Shape;71;p2:notes"/>
          <p:cNvSpPr txBox="1">
            <a:spLocks noGrp="1"/>
          </p:cNvSpPr>
          <p:nvPr>
            <p:ph type="sldNum" idx="12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462071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70" name="Google Shape;70;p2:notes"/>
          <p:cNvSpPr txBox="1">
            <a:spLocks noGrp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1" name="Google Shape;71;p2:notes"/>
          <p:cNvSpPr txBox="1">
            <a:spLocks noGrp="1"/>
          </p:cNvSpPr>
          <p:nvPr>
            <p:ph type="sldNum" idx="12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46297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70" name="Google Shape;70;p2:notes"/>
          <p:cNvSpPr txBox="1">
            <a:spLocks noGrp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1" name="Google Shape;71;p2:notes"/>
          <p:cNvSpPr txBox="1">
            <a:spLocks noGrp="1"/>
          </p:cNvSpPr>
          <p:nvPr>
            <p:ph type="sldNum" idx="12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330415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70" name="Google Shape;70;p2:notes"/>
          <p:cNvSpPr txBox="1">
            <a:spLocks noGrp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1" name="Google Shape;71;p2:notes"/>
          <p:cNvSpPr txBox="1">
            <a:spLocks noGrp="1"/>
          </p:cNvSpPr>
          <p:nvPr>
            <p:ph type="sldNum" idx="12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009133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70" name="Google Shape;70;p2:notes"/>
          <p:cNvSpPr txBox="1">
            <a:spLocks noGrp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1" name="Google Shape;71;p2:notes"/>
          <p:cNvSpPr txBox="1">
            <a:spLocks noGrp="1"/>
          </p:cNvSpPr>
          <p:nvPr>
            <p:ph type="sldNum" idx="12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505310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70" name="Google Shape;70;p2:notes"/>
          <p:cNvSpPr txBox="1">
            <a:spLocks noGrp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1" name="Google Shape;71;p2:notes"/>
          <p:cNvSpPr txBox="1">
            <a:spLocks noGrp="1"/>
          </p:cNvSpPr>
          <p:nvPr>
            <p:ph type="sldNum" idx="12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607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70" name="Google Shape;70;p2:notes"/>
          <p:cNvSpPr txBox="1">
            <a:spLocks noGrp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1" name="Google Shape;71;p2:notes"/>
          <p:cNvSpPr txBox="1">
            <a:spLocks noGrp="1"/>
          </p:cNvSpPr>
          <p:nvPr>
            <p:ph type="sldNum" idx="12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14922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70" name="Google Shape;70;p2:notes"/>
          <p:cNvSpPr txBox="1">
            <a:spLocks noGrp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1" name="Google Shape;71;p2:notes"/>
          <p:cNvSpPr txBox="1">
            <a:spLocks noGrp="1"/>
          </p:cNvSpPr>
          <p:nvPr>
            <p:ph type="sldNum" idx="12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80402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70" name="Google Shape;70;p2:notes"/>
          <p:cNvSpPr txBox="1">
            <a:spLocks noGrp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1" name="Google Shape;71;p2:notes"/>
          <p:cNvSpPr txBox="1">
            <a:spLocks noGrp="1"/>
          </p:cNvSpPr>
          <p:nvPr>
            <p:ph type="sldNum" idx="12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61770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g27368f89bd5_0_7:notes"/>
          <p:cNvSpPr txBox="1">
            <a:spLocks noGrp="1"/>
          </p:cNvSpPr>
          <p:nvPr>
            <p:ph type="body" idx="1"/>
          </p:nvPr>
        </p:nvSpPr>
        <p:spPr>
          <a:xfrm>
            <a:off x="946150" y="4860925"/>
            <a:ext cx="5207100" cy="4605300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6" name="Google Shape;796;g27368f89bd5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>
  <p:cSld name="標題投影片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9"/>
          <p:cNvSpPr txBox="1">
            <a:spLocks noGrp="1"/>
          </p:cNvSpPr>
          <p:nvPr>
            <p:ph type="subTitle" idx="1"/>
          </p:nvPr>
        </p:nvSpPr>
        <p:spPr>
          <a:xfrm>
            <a:off x="694707" y="1596488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800"/>
              </a:spcBef>
              <a:spcAft>
                <a:spcPts val="0"/>
              </a:spcAft>
              <a:buClr>
                <a:srgbClr val="002060"/>
              </a:buClr>
              <a:buSzPts val="4000"/>
              <a:buNone/>
              <a:defRPr sz="40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物件">
  <p:cSld name="標題及物件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88" y="0"/>
            <a:ext cx="914082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0"/>
          <p:cNvSpPr txBox="1">
            <a:spLocks noGrp="1"/>
          </p:cNvSpPr>
          <p:nvPr>
            <p:ph type="body" idx="1"/>
          </p:nvPr>
        </p:nvSpPr>
        <p:spPr>
          <a:xfrm>
            <a:off x="457200" y="936051"/>
            <a:ext cx="8229600" cy="3575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40"/>
          <p:cNvSpPr txBox="1">
            <a:spLocks noGrp="1"/>
          </p:cNvSpPr>
          <p:nvPr>
            <p:ph type="title"/>
          </p:nvPr>
        </p:nvSpPr>
        <p:spPr>
          <a:xfrm>
            <a:off x="457200" y="86879"/>
            <a:ext cx="8229600" cy="755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兩項物件" type="twoObj">
  <p:cSld name="TWO_OBJECT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88" y="0"/>
            <a:ext cx="914082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41"/>
          <p:cNvSpPr txBox="1">
            <a:spLocks noGrp="1"/>
          </p:cNvSpPr>
          <p:nvPr>
            <p:ph type="title"/>
          </p:nvPr>
        </p:nvSpPr>
        <p:spPr>
          <a:xfrm>
            <a:off x="457200" y="3968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1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4038600" cy="3394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26" name="Google Shape;26;p41"/>
          <p:cNvSpPr txBox="1">
            <a:spLocks noGrp="1"/>
          </p:cNvSpPr>
          <p:nvPr>
            <p:ph type="body" idx="2"/>
          </p:nvPr>
        </p:nvSpPr>
        <p:spPr>
          <a:xfrm>
            <a:off x="4648200" y="1200150"/>
            <a:ext cx="4038600" cy="3394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對" type="twoTxTwoObj">
  <p:cSld name="TWO_OBJECTS_WITH_TEX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88" y="0"/>
            <a:ext cx="914082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2"/>
          <p:cNvSpPr txBox="1">
            <a:spLocks noGrp="1"/>
          </p:cNvSpPr>
          <p:nvPr>
            <p:ph type="title"/>
          </p:nvPr>
        </p:nvSpPr>
        <p:spPr>
          <a:xfrm>
            <a:off x="457200" y="3968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2"/>
          <p:cNvSpPr txBox="1">
            <a:spLocks noGrp="1"/>
          </p:cNvSpPr>
          <p:nvPr>
            <p:ph type="body" idx="1"/>
          </p:nvPr>
        </p:nvSpPr>
        <p:spPr>
          <a:xfrm>
            <a:off x="457200" y="1150938"/>
            <a:ext cx="4040188" cy="481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1" name="Google Shape;31;p42"/>
          <p:cNvSpPr txBox="1">
            <a:spLocks noGrp="1"/>
          </p:cNvSpPr>
          <p:nvPr>
            <p:ph type="body" idx="2"/>
          </p:nvPr>
        </p:nvSpPr>
        <p:spPr>
          <a:xfrm>
            <a:off x="457200" y="1631950"/>
            <a:ext cx="4040188" cy="2962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32" name="Google Shape;32;p42"/>
          <p:cNvSpPr txBox="1">
            <a:spLocks noGrp="1"/>
          </p:cNvSpPr>
          <p:nvPr>
            <p:ph type="body" idx="3"/>
          </p:nvPr>
        </p:nvSpPr>
        <p:spPr>
          <a:xfrm>
            <a:off x="4645025" y="1150938"/>
            <a:ext cx="4041775" cy="481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3" name="Google Shape;33;p42"/>
          <p:cNvSpPr txBox="1">
            <a:spLocks noGrp="1"/>
          </p:cNvSpPr>
          <p:nvPr>
            <p:ph type="body" idx="4"/>
          </p:nvPr>
        </p:nvSpPr>
        <p:spPr>
          <a:xfrm>
            <a:off x="4645025" y="1631950"/>
            <a:ext cx="4041775" cy="2962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只有標題" type="titleOnly">
  <p:cSld name="TITLE_ONLY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4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88" y="0"/>
            <a:ext cx="914082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43"/>
          <p:cNvSpPr txBox="1">
            <a:spLocks noGrp="1"/>
          </p:cNvSpPr>
          <p:nvPr>
            <p:ph type="title"/>
          </p:nvPr>
        </p:nvSpPr>
        <p:spPr>
          <a:xfrm>
            <a:off x="457200" y="3968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內容" type="objTx">
  <p:cSld name="OBJECT_WITH_CAPTIO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4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88" y="0"/>
            <a:ext cx="914082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45"/>
          <p:cNvSpPr txBox="1">
            <a:spLocks noGrp="1"/>
          </p:cNvSpPr>
          <p:nvPr>
            <p:ph type="title"/>
          </p:nvPr>
        </p:nvSpPr>
        <p:spPr>
          <a:xfrm>
            <a:off x="457200" y="204788"/>
            <a:ext cx="3008313" cy="871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5"/>
          <p:cNvSpPr txBox="1">
            <a:spLocks noGrp="1"/>
          </p:cNvSpPr>
          <p:nvPr>
            <p:ph type="body" idx="1"/>
          </p:nvPr>
        </p:nvSpPr>
        <p:spPr>
          <a:xfrm>
            <a:off x="3575050" y="204788"/>
            <a:ext cx="5111750" cy="438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42" name="Google Shape;42;p45"/>
          <p:cNvSpPr txBox="1">
            <a:spLocks noGrp="1"/>
          </p:cNvSpPr>
          <p:nvPr>
            <p:ph type="body" idx="2"/>
          </p:nvPr>
        </p:nvSpPr>
        <p:spPr>
          <a:xfrm>
            <a:off x="457200" y="1076325"/>
            <a:ext cx="3008313" cy="35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圖片" type="picTx">
  <p:cSld name="PICTURE_WITH_CAPTION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4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88" y="0"/>
            <a:ext cx="914082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46"/>
          <p:cNvSpPr txBox="1">
            <a:spLocks noGrp="1"/>
          </p:cNvSpPr>
          <p:nvPr>
            <p:ph type="title"/>
          </p:nvPr>
        </p:nvSpPr>
        <p:spPr>
          <a:xfrm>
            <a:off x="1792288" y="3600450"/>
            <a:ext cx="5486400" cy="425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46"/>
          <p:cNvSpPr>
            <a:spLocks noGrp="1"/>
          </p:cNvSpPr>
          <p:nvPr>
            <p:ph type="pic" idx="2"/>
          </p:nvPr>
        </p:nvSpPr>
        <p:spPr>
          <a:xfrm>
            <a:off x="1792288" y="460375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47" name="Google Shape;47;p46"/>
          <p:cNvSpPr txBox="1">
            <a:spLocks noGrp="1"/>
          </p:cNvSpPr>
          <p:nvPr>
            <p:ph type="body" idx="1"/>
          </p:nvPr>
        </p:nvSpPr>
        <p:spPr>
          <a:xfrm>
            <a:off x="1792288" y="4025900"/>
            <a:ext cx="5486400" cy="603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標題及直排文字" type="vertTx">
  <p:cSld name="VERTICAL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4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88" y="0"/>
            <a:ext cx="914082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47"/>
          <p:cNvSpPr txBox="1">
            <a:spLocks noGrp="1"/>
          </p:cNvSpPr>
          <p:nvPr>
            <p:ph type="title"/>
          </p:nvPr>
        </p:nvSpPr>
        <p:spPr>
          <a:xfrm>
            <a:off x="457200" y="3968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7"/>
          <p:cNvSpPr txBox="1">
            <a:spLocks noGrp="1"/>
          </p:cNvSpPr>
          <p:nvPr>
            <p:ph type="body" idx="1"/>
          </p:nvPr>
        </p:nvSpPr>
        <p:spPr>
          <a:xfrm rot="5400000">
            <a:off x="2749550" y="-1317625"/>
            <a:ext cx="36449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直排標題及文字" type="vertTitleAndTx">
  <p:cSld name="VERTICAL_TITLE_AND_VERTICAL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4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88" y="0"/>
            <a:ext cx="914082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48"/>
          <p:cNvSpPr txBox="1">
            <a:spLocks noGrp="1"/>
          </p:cNvSpPr>
          <p:nvPr>
            <p:ph type="title"/>
          </p:nvPr>
        </p:nvSpPr>
        <p:spPr>
          <a:xfrm rot="5400000">
            <a:off x="5464175" y="1371600"/>
            <a:ext cx="438785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48"/>
          <p:cNvSpPr txBox="1">
            <a:spLocks noGrp="1"/>
          </p:cNvSpPr>
          <p:nvPr>
            <p:ph type="body" idx="1"/>
          </p:nvPr>
        </p:nvSpPr>
        <p:spPr>
          <a:xfrm rot="5400000">
            <a:off x="1273175" y="-609600"/>
            <a:ext cx="4387850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自訂版面配置">
  <p:cSld name="自訂版面配置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4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88" y="0"/>
            <a:ext cx="914082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49"/>
          <p:cNvSpPr txBox="1">
            <a:spLocks noGrp="1"/>
          </p:cNvSpPr>
          <p:nvPr>
            <p:ph type="title"/>
          </p:nvPr>
        </p:nvSpPr>
        <p:spPr>
          <a:xfrm>
            <a:off x="457200" y="3968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自訂版面配置">
  <p:cSld name="1_自訂版面配置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5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38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0" y="0"/>
            <a:ext cx="913923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38"/>
          <p:cNvSpPr txBox="1">
            <a:spLocks noGrp="1"/>
          </p:cNvSpPr>
          <p:nvPr>
            <p:ph type="title"/>
          </p:nvPr>
        </p:nvSpPr>
        <p:spPr>
          <a:xfrm>
            <a:off x="457200" y="3968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38"/>
          <p:cNvSpPr txBox="1">
            <a:spLocks noGrp="1"/>
          </p:cNvSpPr>
          <p:nvPr>
            <p:ph type="body" idx="1"/>
          </p:nvPr>
        </p:nvSpPr>
        <p:spPr>
          <a:xfrm>
            <a:off x="457200" y="974725"/>
            <a:ext cx="8229600" cy="364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38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14" name="Google Shape;14;p38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15" name="Google Shape;15;p38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ess-kms.edgecenter.io/en/wiseec/public/Nvidia/EBC_RC04_OTA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ss-kms.edgecenter.io/en/wiseec/internal/Nvidia/OTA_Package_Flow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"/>
          <p:cNvSpPr txBox="1">
            <a:spLocks noGrp="1"/>
          </p:cNvSpPr>
          <p:nvPr>
            <p:ph type="subTitle" idx="1"/>
          </p:nvPr>
        </p:nvSpPr>
        <p:spPr>
          <a:xfrm>
            <a:off x="695325" y="1597025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None/>
            </a:pPr>
            <a:r>
              <a:rPr lang="sv-SE" sz="3200" dirty="0">
                <a:latin typeface="Calibri"/>
                <a:ea typeface="Calibri"/>
                <a:cs typeface="Calibri"/>
                <a:sym typeface="Calibri"/>
              </a:rPr>
              <a:t>EBC-RC04 JetPack OTA</a:t>
            </a:r>
            <a:endParaRPr sz="3200" dirty="0"/>
          </a:p>
        </p:txBody>
      </p:sp>
      <p:sp>
        <p:nvSpPr>
          <p:cNvPr id="67" name="Google Shape;67;p1"/>
          <p:cNvSpPr txBox="1"/>
          <p:nvPr/>
        </p:nvSpPr>
        <p:spPr>
          <a:xfrm>
            <a:off x="767936" y="4066416"/>
            <a:ext cx="4210050" cy="634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66"/>
              </a:buClr>
              <a:buSzPts val="1280"/>
              <a:buFont typeface="Calibri"/>
              <a:buNone/>
            </a:pPr>
            <a:r>
              <a:rPr lang="en-US" sz="1600" b="1" i="0" u="none" strike="noStrike" cap="none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2026/3/2  Dennis</a:t>
            </a:r>
            <a:endParaRPr dirty="0"/>
          </a:p>
          <a:p>
            <a:pPr marL="0" marR="0" lvl="0" indent="0" algn="l" rtl="0">
              <a:spcBef>
                <a:spcPts val="320"/>
              </a:spcBef>
              <a:spcAft>
                <a:spcPts val="0"/>
              </a:spcAft>
              <a:buClr>
                <a:srgbClr val="FFFF66"/>
              </a:buClr>
              <a:buSzPts val="1280"/>
              <a:buFont typeface="Calibri"/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>
            <a:extLst>
              <a:ext uri="{FF2B5EF4-FFF2-40B4-BE49-F238E27FC236}">
                <a16:creationId xmlns:a16="http://schemas.microsoft.com/office/drawing/2014/main" id="{5404925A-70F3-F12A-5D90-D60D12D7B738}"/>
              </a:ext>
            </a:extLst>
          </p:cNvPr>
          <p:cNvSpPr txBox="1"/>
          <p:nvPr/>
        </p:nvSpPr>
        <p:spPr>
          <a:xfrm>
            <a:off x="0" y="325049"/>
            <a:ext cx="9135541" cy="461238"/>
          </a:xfrm>
          <a:prstGeom prst="rect">
            <a:avLst/>
          </a:prstGeom>
          <a:solidFill>
            <a:srgbClr val="E3D9EB"/>
          </a:solidFill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 kern="1200">
                <a:solidFill>
                  <a:schemeClr val="dk1"/>
                </a:solidFill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aramond" panose="02020404030301010803" pitchFamily="18" charset="0"/>
                <a:ea typeface="新細明體" panose="02020500000000000000" pitchFamily="18" charset="-120"/>
                <a:cs typeface="+mn-cs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aramond" panose="02020404030301010803" pitchFamily="18" charset="0"/>
                <a:ea typeface="新細明體" panose="02020500000000000000" pitchFamily="18" charset="-120"/>
                <a:cs typeface="+mn-cs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aramond" panose="02020404030301010803" pitchFamily="18" charset="0"/>
                <a:ea typeface="新細明體" panose="02020500000000000000" pitchFamily="18" charset="-120"/>
                <a:cs typeface="+mn-cs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aramond" panose="02020404030301010803" pitchFamily="18" charset="0"/>
                <a:ea typeface="新細明體" panose="02020500000000000000" pitchFamily="18" charset="-120"/>
                <a:cs typeface="+mn-cs"/>
              </a:defRPr>
            </a:lvl5pPr>
            <a:lvl6pPr marL="2286000" defTabSz="914400" eaLnBrk="1" latinLnBrk="0" hangingPunct="1">
              <a:defRPr kumimoji="1" kern="1200">
                <a:solidFill>
                  <a:schemeClr val="tx1"/>
                </a:solidFill>
                <a:latin typeface="Garamond" panose="02020404030301010803" pitchFamily="18" charset="0"/>
                <a:ea typeface="新細明體" panose="02020500000000000000" pitchFamily="18" charset="-120"/>
                <a:cs typeface="+mn-cs"/>
              </a:defRPr>
            </a:lvl6pPr>
            <a:lvl7pPr marL="2743200" defTabSz="914400" eaLnBrk="1" latinLnBrk="0" hangingPunct="1">
              <a:defRPr kumimoji="1" kern="1200">
                <a:solidFill>
                  <a:schemeClr val="tx1"/>
                </a:solidFill>
                <a:latin typeface="Garamond" panose="02020404030301010803" pitchFamily="18" charset="0"/>
                <a:ea typeface="新細明體" panose="02020500000000000000" pitchFamily="18" charset="-120"/>
                <a:cs typeface="+mn-cs"/>
              </a:defRPr>
            </a:lvl7pPr>
            <a:lvl8pPr marL="3200400" defTabSz="914400" eaLnBrk="1" latinLnBrk="0" hangingPunct="1">
              <a:defRPr kumimoji="1" kern="1200">
                <a:solidFill>
                  <a:schemeClr val="tx1"/>
                </a:solidFill>
                <a:latin typeface="Garamond" panose="02020404030301010803" pitchFamily="18" charset="0"/>
                <a:ea typeface="新細明體" panose="02020500000000000000" pitchFamily="18" charset="-120"/>
                <a:cs typeface="+mn-cs"/>
              </a:defRPr>
            </a:lvl8pPr>
            <a:lvl9pPr marL="3657600" defTabSz="914400" eaLnBrk="1" latinLnBrk="0" hangingPunct="1">
              <a:defRPr kumimoji="1" kern="1200">
                <a:solidFill>
                  <a:schemeClr val="tx1"/>
                </a:solidFill>
                <a:latin typeface="Garamond" panose="02020404030301010803" pitchFamily="18" charset="0"/>
                <a:ea typeface="新細明體" panose="02020500000000000000" pitchFamily="18" charset="-120"/>
                <a:cs typeface="+mn-cs"/>
              </a:defRPr>
            </a:lvl9pPr>
          </a:lstStyle>
          <a:p>
            <a:endParaRPr lang="en-US" altLang="zh-TW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F171795-7789-E684-5F03-9C53CD5EA0D5}"/>
              </a:ext>
            </a:extLst>
          </p:cNvPr>
          <p:cNvSpPr txBox="1"/>
          <p:nvPr/>
        </p:nvSpPr>
        <p:spPr>
          <a:xfrm>
            <a:off x="0" y="324622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400" b="1" dirty="0">
                <a:solidFill>
                  <a:schemeClr val="dk1"/>
                </a:solidFill>
              </a:rPr>
              <a:t>Outline </a:t>
            </a:r>
            <a:endParaRPr lang="en-US" altLang="zh-TW" sz="24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04CB2B22-722B-278D-E44E-436882853048}"/>
              </a:ext>
            </a:extLst>
          </p:cNvPr>
          <p:cNvSpPr txBox="1"/>
          <p:nvPr/>
        </p:nvSpPr>
        <p:spPr>
          <a:xfrm>
            <a:off x="646611" y="1106677"/>
            <a:ext cx="4572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TW" b="0" i="0" dirty="0">
                <a:solidFill>
                  <a:schemeClr val="tx1"/>
                </a:solidFill>
                <a:effectLst/>
                <a:latin typeface="Inter"/>
              </a:rPr>
              <a:t>What is NVIDIA OTA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zh-TW" dirty="0">
              <a:solidFill>
                <a:schemeClr val="tx1"/>
              </a:solidFill>
              <a:latin typeface="Inter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TW" b="0" i="0" dirty="0">
                <a:solidFill>
                  <a:schemeClr val="tx1"/>
                </a:solidFill>
                <a:effectLst/>
                <a:latin typeface="Inter"/>
              </a:rPr>
              <a:t>OTA Flow</a:t>
            </a:r>
          </a:p>
          <a:p>
            <a:pPr algn="l"/>
            <a:endParaRPr lang="en-US" altLang="zh-TW" dirty="0">
              <a:solidFill>
                <a:schemeClr val="tx1"/>
              </a:solidFill>
              <a:latin typeface="Inter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TW" b="0" i="0" dirty="0">
                <a:solidFill>
                  <a:schemeClr val="tx1"/>
                </a:solidFill>
                <a:effectLst/>
                <a:latin typeface="Inter"/>
              </a:rPr>
              <a:t>Backup Mechanism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zh-TW" dirty="0">
              <a:solidFill>
                <a:schemeClr val="tx1"/>
              </a:solidFill>
              <a:latin typeface="Inter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TW" b="0" i="0" dirty="0">
                <a:solidFill>
                  <a:schemeClr val="tx1"/>
                </a:solidFill>
                <a:effectLst/>
                <a:latin typeface="Inter"/>
              </a:rPr>
              <a:t>Customer Scenario on EBC-RC04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zh-TW" b="0" i="0" dirty="0">
              <a:solidFill>
                <a:schemeClr val="tx1"/>
              </a:solidFill>
              <a:effectLst/>
              <a:latin typeface="Inter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zh-TW" b="0" i="0" dirty="0">
              <a:solidFill>
                <a:schemeClr val="tx1"/>
              </a:solidFill>
              <a:effectLst/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463524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6">
            <a:extLst>
              <a:ext uri="{FF2B5EF4-FFF2-40B4-BE49-F238E27FC236}">
                <a16:creationId xmlns:a16="http://schemas.microsoft.com/office/drawing/2014/main" id="{2D01962D-A99B-2458-2479-BAFD8528815B}"/>
              </a:ext>
            </a:extLst>
          </p:cNvPr>
          <p:cNvSpPr txBox="1"/>
          <p:nvPr/>
        </p:nvSpPr>
        <p:spPr>
          <a:xfrm>
            <a:off x="0" y="325049"/>
            <a:ext cx="9135541" cy="461238"/>
          </a:xfrm>
          <a:prstGeom prst="rect">
            <a:avLst/>
          </a:prstGeom>
          <a:solidFill>
            <a:srgbClr val="E3D9EB"/>
          </a:solidFill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 kern="1200">
                <a:solidFill>
                  <a:schemeClr val="dk1"/>
                </a:solidFill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aramond" panose="02020404030301010803" pitchFamily="18" charset="0"/>
                <a:ea typeface="新細明體" panose="02020500000000000000" pitchFamily="18" charset="-120"/>
                <a:cs typeface="+mn-cs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aramond" panose="02020404030301010803" pitchFamily="18" charset="0"/>
                <a:ea typeface="新細明體" panose="02020500000000000000" pitchFamily="18" charset="-120"/>
                <a:cs typeface="+mn-cs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aramond" panose="02020404030301010803" pitchFamily="18" charset="0"/>
                <a:ea typeface="新細明體" panose="02020500000000000000" pitchFamily="18" charset="-120"/>
                <a:cs typeface="+mn-cs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aramond" panose="02020404030301010803" pitchFamily="18" charset="0"/>
                <a:ea typeface="新細明體" panose="02020500000000000000" pitchFamily="18" charset="-120"/>
                <a:cs typeface="+mn-cs"/>
              </a:defRPr>
            </a:lvl5pPr>
            <a:lvl6pPr marL="2286000" defTabSz="914400" eaLnBrk="1" latinLnBrk="0" hangingPunct="1">
              <a:defRPr kumimoji="1" kern="1200">
                <a:solidFill>
                  <a:schemeClr val="tx1"/>
                </a:solidFill>
                <a:latin typeface="Garamond" panose="02020404030301010803" pitchFamily="18" charset="0"/>
                <a:ea typeface="新細明體" panose="02020500000000000000" pitchFamily="18" charset="-120"/>
                <a:cs typeface="+mn-cs"/>
              </a:defRPr>
            </a:lvl6pPr>
            <a:lvl7pPr marL="2743200" defTabSz="914400" eaLnBrk="1" latinLnBrk="0" hangingPunct="1">
              <a:defRPr kumimoji="1" kern="1200">
                <a:solidFill>
                  <a:schemeClr val="tx1"/>
                </a:solidFill>
                <a:latin typeface="Garamond" panose="02020404030301010803" pitchFamily="18" charset="0"/>
                <a:ea typeface="新細明體" panose="02020500000000000000" pitchFamily="18" charset="-120"/>
                <a:cs typeface="+mn-cs"/>
              </a:defRPr>
            </a:lvl7pPr>
            <a:lvl8pPr marL="3200400" defTabSz="914400" eaLnBrk="1" latinLnBrk="0" hangingPunct="1">
              <a:defRPr kumimoji="1" kern="1200">
                <a:solidFill>
                  <a:schemeClr val="tx1"/>
                </a:solidFill>
                <a:latin typeface="Garamond" panose="02020404030301010803" pitchFamily="18" charset="0"/>
                <a:ea typeface="新細明體" panose="02020500000000000000" pitchFamily="18" charset="-120"/>
                <a:cs typeface="+mn-cs"/>
              </a:defRPr>
            </a:lvl8pPr>
            <a:lvl9pPr marL="3657600" defTabSz="914400" eaLnBrk="1" latinLnBrk="0" hangingPunct="1">
              <a:defRPr kumimoji="1" kern="1200">
                <a:solidFill>
                  <a:schemeClr val="tx1"/>
                </a:solidFill>
                <a:latin typeface="Garamond" panose="02020404030301010803" pitchFamily="18" charset="0"/>
                <a:ea typeface="新細明體" panose="02020500000000000000" pitchFamily="18" charset="-120"/>
                <a:cs typeface="+mn-cs"/>
              </a:defRPr>
            </a:lvl9pPr>
          </a:lstStyle>
          <a:p>
            <a:endParaRPr lang="en-US" altLang="zh-TW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F171795-7789-E684-5F03-9C53CD5EA0D5}"/>
              </a:ext>
            </a:extLst>
          </p:cNvPr>
          <p:cNvSpPr txBox="1"/>
          <p:nvPr/>
        </p:nvSpPr>
        <p:spPr>
          <a:xfrm>
            <a:off x="0" y="324622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400" b="1" i="0" dirty="0">
                <a:solidFill>
                  <a:schemeClr val="tx1"/>
                </a:solidFill>
                <a:effectLst/>
                <a:latin typeface="Inter"/>
              </a:rPr>
              <a:t>What is NVIDIA OTA</a:t>
            </a:r>
            <a:endParaRPr lang="en-US" altLang="zh-TW" sz="24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" name="圖片 26">
            <a:extLst>
              <a:ext uri="{FF2B5EF4-FFF2-40B4-BE49-F238E27FC236}">
                <a16:creationId xmlns:a16="http://schemas.microsoft.com/office/drawing/2014/main" id="{8E7ECFBD-B7D9-4E66-6EEE-E884294C3B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180" y="1308352"/>
            <a:ext cx="7725179" cy="2943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7001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6">
            <a:extLst>
              <a:ext uri="{FF2B5EF4-FFF2-40B4-BE49-F238E27FC236}">
                <a16:creationId xmlns:a16="http://schemas.microsoft.com/office/drawing/2014/main" id="{2D01962D-A99B-2458-2479-BAFD8528815B}"/>
              </a:ext>
            </a:extLst>
          </p:cNvPr>
          <p:cNvSpPr txBox="1"/>
          <p:nvPr/>
        </p:nvSpPr>
        <p:spPr>
          <a:xfrm>
            <a:off x="0" y="325049"/>
            <a:ext cx="9135541" cy="461238"/>
          </a:xfrm>
          <a:prstGeom prst="rect">
            <a:avLst/>
          </a:prstGeom>
          <a:solidFill>
            <a:srgbClr val="E3D9EB"/>
          </a:solidFill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 kern="1200">
                <a:solidFill>
                  <a:schemeClr val="dk1"/>
                </a:solidFill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aramond" panose="02020404030301010803" pitchFamily="18" charset="0"/>
                <a:ea typeface="新細明體" panose="02020500000000000000" pitchFamily="18" charset="-120"/>
                <a:cs typeface="+mn-cs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aramond" panose="02020404030301010803" pitchFamily="18" charset="0"/>
                <a:ea typeface="新細明體" panose="02020500000000000000" pitchFamily="18" charset="-120"/>
                <a:cs typeface="+mn-cs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aramond" panose="02020404030301010803" pitchFamily="18" charset="0"/>
                <a:ea typeface="新細明體" panose="02020500000000000000" pitchFamily="18" charset="-120"/>
                <a:cs typeface="+mn-cs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aramond" panose="02020404030301010803" pitchFamily="18" charset="0"/>
                <a:ea typeface="新細明體" panose="02020500000000000000" pitchFamily="18" charset="-120"/>
                <a:cs typeface="+mn-cs"/>
              </a:defRPr>
            </a:lvl5pPr>
            <a:lvl6pPr marL="2286000" defTabSz="914400" eaLnBrk="1" latinLnBrk="0" hangingPunct="1">
              <a:defRPr kumimoji="1" kern="1200">
                <a:solidFill>
                  <a:schemeClr val="tx1"/>
                </a:solidFill>
                <a:latin typeface="Garamond" panose="02020404030301010803" pitchFamily="18" charset="0"/>
                <a:ea typeface="新細明體" panose="02020500000000000000" pitchFamily="18" charset="-120"/>
                <a:cs typeface="+mn-cs"/>
              </a:defRPr>
            </a:lvl6pPr>
            <a:lvl7pPr marL="2743200" defTabSz="914400" eaLnBrk="1" latinLnBrk="0" hangingPunct="1">
              <a:defRPr kumimoji="1" kern="1200">
                <a:solidFill>
                  <a:schemeClr val="tx1"/>
                </a:solidFill>
                <a:latin typeface="Garamond" panose="02020404030301010803" pitchFamily="18" charset="0"/>
                <a:ea typeface="新細明體" panose="02020500000000000000" pitchFamily="18" charset="-120"/>
                <a:cs typeface="+mn-cs"/>
              </a:defRPr>
            </a:lvl7pPr>
            <a:lvl8pPr marL="3200400" defTabSz="914400" eaLnBrk="1" latinLnBrk="0" hangingPunct="1">
              <a:defRPr kumimoji="1" kern="1200">
                <a:solidFill>
                  <a:schemeClr val="tx1"/>
                </a:solidFill>
                <a:latin typeface="Garamond" panose="02020404030301010803" pitchFamily="18" charset="0"/>
                <a:ea typeface="新細明體" panose="02020500000000000000" pitchFamily="18" charset="-120"/>
                <a:cs typeface="+mn-cs"/>
              </a:defRPr>
            </a:lvl8pPr>
            <a:lvl9pPr marL="3657600" defTabSz="914400" eaLnBrk="1" latinLnBrk="0" hangingPunct="1">
              <a:defRPr kumimoji="1" kern="1200">
                <a:solidFill>
                  <a:schemeClr val="tx1"/>
                </a:solidFill>
                <a:latin typeface="Garamond" panose="02020404030301010803" pitchFamily="18" charset="0"/>
                <a:ea typeface="新細明體" panose="02020500000000000000" pitchFamily="18" charset="-120"/>
                <a:cs typeface="+mn-cs"/>
              </a:defRPr>
            </a:lvl9pPr>
          </a:lstStyle>
          <a:p>
            <a:endParaRPr lang="en-US" altLang="zh-TW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F171795-7789-E684-5F03-9C53CD5EA0D5}"/>
              </a:ext>
            </a:extLst>
          </p:cNvPr>
          <p:cNvSpPr txBox="1"/>
          <p:nvPr/>
        </p:nvSpPr>
        <p:spPr>
          <a:xfrm>
            <a:off x="0" y="324622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400" b="1" i="0" dirty="0">
                <a:solidFill>
                  <a:schemeClr val="tx1"/>
                </a:solidFill>
                <a:effectLst/>
                <a:latin typeface="Inter"/>
              </a:rPr>
              <a:t>What is Image-Based OTA</a:t>
            </a:r>
            <a:endParaRPr lang="en-US" altLang="zh-TW" sz="24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55A898E0-D737-0C9B-3191-6F2C4706FF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549" y="1153796"/>
            <a:ext cx="7968343" cy="3664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374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6">
            <a:extLst>
              <a:ext uri="{FF2B5EF4-FFF2-40B4-BE49-F238E27FC236}">
                <a16:creationId xmlns:a16="http://schemas.microsoft.com/office/drawing/2014/main" id="{2D01962D-A99B-2458-2479-BAFD8528815B}"/>
              </a:ext>
            </a:extLst>
          </p:cNvPr>
          <p:cNvSpPr txBox="1"/>
          <p:nvPr/>
        </p:nvSpPr>
        <p:spPr>
          <a:xfrm>
            <a:off x="0" y="325049"/>
            <a:ext cx="9135541" cy="461238"/>
          </a:xfrm>
          <a:prstGeom prst="rect">
            <a:avLst/>
          </a:prstGeom>
          <a:solidFill>
            <a:srgbClr val="E3D9EB"/>
          </a:solidFill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 kern="1200">
                <a:solidFill>
                  <a:schemeClr val="dk1"/>
                </a:solidFill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aramond" panose="02020404030301010803" pitchFamily="18" charset="0"/>
                <a:ea typeface="新細明體" panose="02020500000000000000" pitchFamily="18" charset="-120"/>
                <a:cs typeface="+mn-cs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aramond" panose="02020404030301010803" pitchFamily="18" charset="0"/>
                <a:ea typeface="新細明體" panose="02020500000000000000" pitchFamily="18" charset="-120"/>
                <a:cs typeface="+mn-cs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aramond" panose="02020404030301010803" pitchFamily="18" charset="0"/>
                <a:ea typeface="新細明體" panose="02020500000000000000" pitchFamily="18" charset="-120"/>
                <a:cs typeface="+mn-cs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aramond" panose="02020404030301010803" pitchFamily="18" charset="0"/>
                <a:ea typeface="新細明體" panose="02020500000000000000" pitchFamily="18" charset="-120"/>
                <a:cs typeface="+mn-cs"/>
              </a:defRPr>
            </a:lvl5pPr>
            <a:lvl6pPr marL="2286000" defTabSz="914400" eaLnBrk="1" latinLnBrk="0" hangingPunct="1">
              <a:defRPr kumimoji="1" kern="1200">
                <a:solidFill>
                  <a:schemeClr val="tx1"/>
                </a:solidFill>
                <a:latin typeface="Garamond" panose="02020404030301010803" pitchFamily="18" charset="0"/>
                <a:ea typeface="新細明體" panose="02020500000000000000" pitchFamily="18" charset="-120"/>
                <a:cs typeface="+mn-cs"/>
              </a:defRPr>
            </a:lvl6pPr>
            <a:lvl7pPr marL="2743200" defTabSz="914400" eaLnBrk="1" latinLnBrk="0" hangingPunct="1">
              <a:defRPr kumimoji="1" kern="1200">
                <a:solidFill>
                  <a:schemeClr val="tx1"/>
                </a:solidFill>
                <a:latin typeface="Garamond" panose="02020404030301010803" pitchFamily="18" charset="0"/>
                <a:ea typeface="新細明體" panose="02020500000000000000" pitchFamily="18" charset="-120"/>
                <a:cs typeface="+mn-cs"/>
              </a:defRPr>
            </a:lvl7pPr>
            <a:lvl8pPr marL="3200400" defTabSz="914400" eaLnBrk="1" latinLnBrk="0" hangingPunct="1">
              <a:defRPr kumimoji="1" kern="1200">
                <a:solidFill>
                  <a:schemeClr val="tx1"/>
                </a:solidFill>
                <a:latin typeface="Garamond" panose="02020404030301010803" pitchFamily="18" charset="0"/>
                <a:ea typeface="新細明體" panose="02020500000000000000" pitchFamily="18" charset="-120"/>
                <a:cs typeface="+mn-cs"/>
              </a:defRPr>
            </a:lvl8pPr>
            <a:lvl9pPr marL="3657600" defTabSz="914400" eaLnBrk="1" latinLnBrk="0" hangingPunct="1">
              <a:defRPr kumimoji="1" kern="1200">
                <a:solidFill>
                  <a:schemeClr val="tx1"/>
                </a:solidFill>
                <a:latin typeface="Garamond" panose="02020404030301010803" pitchFamily="18" charset="0"/>
                <a:ea typeface="新細明體" panose="02020500000000000000" pitchFamily="18" charset="-120"/>
                <a:cs typeface="+mn-cs"/>
              </a:defRPr>
            </a:lvl9pPr>
          </a:lstStyle>
          <a:p>
            <a:endParaRPr lang="en-US" altLang="zh-TW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F171795-7789-E684-5F03-9C53CD5EA0D5}"/>
              </a:ext>
            </a:extLst>
          </p:cNvPr>
          <p:cNvSpPr txBox="1"/>
          <p:nvPr/>
        </p:nvSpPr>
        <p:spPr>
          <a:xfrm>
            <a:off x="0" y="324622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400" b="1" i="0" dirty="0">
                <a:solidFill>
                  <a:schemeClr val="tx1"/>
                </a:solidFill>
                <a:effectLst/>
                <a:latin typeface="Inter"/>
              </a:rPr>
              <a:t>Generate OTA Package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006C265-D5FB-2DA5-6204-938E83212FD2}"/>
              </a:ext>
            </a:extLst>
          </p:cNvPr>
          <p:cNvSpPr txBox="1"/>
          <p:nvPr/>
        </p:nvSpPr>
        <p:spPr>
          <a:xfrm>
            <a:off x="8459" y="786287"/>
            <a:ext cx="78507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0" i="0" dirty="0">
                <a:solidFill>
                  <a:schemeClr val="tx1"/>
                </a:solidFill>
                <a:effectLst/>
                <a:latin typeface="Inter"/>
              </a:rPr>
              <a:t>Constructing the OTA payload on Host</a:t>
            </a:r>
            <a:r>
              <a:rPr lang="zh-TW" altLang="en-US" b="0" i="0" dirty="0"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lang="en-US" altLang="zh-TW" b="0" i="0" dirty="0">
                <a:solidFill>
                  <a:schemeClr val="tx1"/>
                </a:solidFill>
                <a:effectLst/>
                <a:latin typeface="Inter"/>
              </a:rPr>
              <a:t>:</a:t>
            </a:r>
            <a:r>
              <a:rPr lang="en-US" altLang="zh-TW" b="0" i="0" dirty="0">
                <a:solidFill>
                  <a:schemeClr val="tx1"/>
                </a:solidFill>
                <a:effectLst/>
                <a:latin typeface="Roboto Mono" panose="020F0502020204030204" pitchFamily="49" charset="0"/>
              </a:rPr>
              <a:t> </a:t>
            </a:r>
            <a:r>
              <a:rPr lang="en-US" altLang="zh-TW" b="1" i="0" dirty="0">
                <a:solidFill>
                  <a:schemeClr val="tx1"/>
                </a:solidFill>
                <a:effectLst/>
                <a:latin typeface="Roboto Mono" panose="020F0502020204030204" pitchFamily="49" charset="0"/>
              </a:rPr>
              <a:t>l4t_generate_ota_package.sh</a:t>
            </a:r>
            <a:endParaRPr lang="en-US" altLang="zh-TW" b="1" i="0" dirty="0">
              <a:solidFill>
                <a:schemeClr val="tx1"/>
              </a:solidFill>
              <a:effectLst/>
              <a:latin typeface="Inter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B269AF3F-099E-34F7-803E-A5FCE11CA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19732"/>
            <a:ext cx="9144000" cy="1945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604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AC6354F-E465-1FC7-2FC8-F8FC469B51BA}"/>
              </a:ext>
            </a:extLst>
          </p:cNvPr>
          <p:cNvSpPr txBox="1"/>
          <p:nvPr/>
        </p:nvSpPr>
        <p:spPr>
          <a:xfrm>
            <a:off x="0" y="325049"/>
            <a:ext cx="9135541" cy="461238"/>
          </a:xfrm>
          <a:prstGeom prst="rect">
            <a:avLst/>
          </a:prstGeom>
          <a:solidFill>
            <a:srgbClr val="E3D9EB"/>
          </a:solidFill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 kern="1200">
                <a:solidFill>
                  <a:schemeClr val="dk1"/>
                </a:solidFill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aramond" panose="02020404030301010803" pitchFamily="18" charset="0"/>
                <a:ea typeface="新細明體" panose="02020500000000000000" pitchFamily="18" charset="-120"/>
                <a:cs typeface="+mn-cs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aramond" panose="02020404030301010803" pitchFamily="18" charset="0"/>
                <a:ea typeface="新細明體" panose="02020500000000000000" pitchFamily="18" charset="-120"/>
                <a:cs typeface="+mn-cs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aramond" panose="02020404030301010803" pitchFamily="18" charset="0"/>
                <a:ea typeface="新細明體" panose="02020500000000000000" pitchFamily="18" charset="-120"/>
                <a:cs typeface="+mn-cs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aramond" panose="02020404030301010803" pitchFamily="18" charset="0"/>
                <a:ea typeface="新細明體" panose="02020500000000000000" pitchFamily="18" charset="-120"/>
                <a:cs typeface="+mn-cs"/>
              </a:defRPr>
            </a:lvl5pPr>
            <a:lvl6pPr marL="2286000" defTabSz="914400" eaLnBrk="1" latinLnBrk="0" hangingPunct="1">
              <a:defRPr kumimoji="1" kern="1200">
                <a:solidFill>
                  <a:schemeClr val="tx1"/>
                </a:solidFill>
                <a:latin typeface="Garamond" panose="02020404030301010803" pitchFamily="18" charset="0"/>
                <a:ea typeface="新細明體" panose="02020500000000000000" pitchFamily="18" charset="-120"/>
                <a:cs typeface="+mn-cs"/>
              </a:defRPr>
            </a:lvl6pPr>
            <a:lvl7pPr marL="2743200" defTabSz="914400" eaLnBrk="1" latinLnBrk="0" hangingPunct="1">
              <a:defRPr kumimoji="1" kern="1200">
                <a:solidFill>
                  <a:schemeClr val="tx1"/>
                </a:solidFill>
                <a:latin typeface="Garamond" panose="02020404030301010803" pitchFamily="18" charset="0"/>
                <a:ea typeface="新細明體" panose="02020500000000000000" pitchFamily="18" charset="-120"/>
                <a:cs typeface="+mn-cs"/>
              </a:defRPr>
            </a:lvl7pPr>
            <a:lvl8pPr marL="3200400" defTabSz="914400" eaLnBrk="1" latinLnBrk="0" hangingPunct="1">
              <a:defRPr kumimoji="1" kern="1200">
                <a:solidFill>
                  <a:schemeClr val="tx1"/>
                </a:solidFill>
                <a:latin typeface="Garamond" panose="02020404030301010803" pitchFamily="18" charset="0"/>
                <a:ea typeface="新細明體" panose="02020500000000000000" pitchFamily="18" charset="-120"/>
                <a:cs typeface="+mn-cs"/>
              </a:defRPr>
            </a:lvl8pPr>
            <a:lvl9pPr marL="3657600" defTabSz="914400" eaLnBrk="1" latinLnBrk="0" hangingPunct="1">
              <a:defRPr kumimoji="1" kern="1200">
                <a:solidFill>
                  <a:schemeClr val="tx1"/>
                </a:solidFill>
                <a:latin typeface="Garamond" panose="02020404030301010803" pitchFamily="18" charset="0"/>
                <a:ea typeface="新細明體" panose="02020500000000000000" pitchFamily="18" charset="-120"/>
                <a:cs typeface="+mn-cs"/>
              </a:defRPr>
            </a:lvl9pPr>
          </a:lstStyle>
          <a:p>
            <a:endParaRPr lang="en-US" altLang="zh-TW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F171795-7789-E684-5F03-9C53CD5EA0D5}"/>
              </a:ext>
            </a:extLst>
          </p:cNvPr>
          <p:cNvSpPr txBox="1"/>
          <p:nvPr/>
        </p:nvSpPr>
        <p:spPr>
          <a:xfrm>
            <a:off x="0" y="324622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400" b="1" dirty="0">
                <a:solidFill>
                  <a:schemeClr val="dk1"/>
                </a:solidFill>
              </a:rPr>
              <a:t>Execute OTA Update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52F00FC8-2C37-5B3B-FA74-DA09A807021F}"/>
              </a:ext>
            </a:extLst>
          </p:cNvPr>
          <p:cNvSpPr txBox="1"/>
          <p:nvPr/>
        </p:nvSpPr>
        <p:spPr>
          <a:xfrm>
            <a:off x="646611" y="786287"/>
            <a:ext cx="78507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0" i="0" dirty="0">
                <a:solidFill>
                  <a:schemeClr val="tx1"/>
                </a:solidFill>
                <a:effectLst/>
                <a:latin typeface="Inter"/>
              </a:rPr>
              <a:t>Safely apply the update via </a:t>
            </a:r>
            <a:r>
              <a:rPr lang="en-US" altLang="zh-TW" b="1" i="0" dirty="0">
                <a:solidFill>
                  <a:schemeClr val="tx1"/>
                </a:solidFill>
                <a:effectLst/>
                <a:latin typeface="Inter"/>
              </a:rPr>
              <a:t>nv_ota_start.sh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75AB4348-06A2-A828-5C43-2CE533861A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1086" y="1247525"/>
            <a:ext cx="6313368" cy="3832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6870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CF171795-7789-E684-5F03-9C53CD5EA0D5}"/>
              </a:ext>
            </a:extLst>
          </p:cNvPr>
          <p:cNvSpPr txBox="1"/>
          <p:nvPr/>
        </p:nvSpPr>
        <p:spPr>
          <a:xfrm>
            <a:off x="0" y="324622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US" altLang="zh-TW" sz="24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8D56EF50-1CCD-D959-9E2E-6AFACFCE9E8C}"/>
              </a:ext>
            </a:extLst>
          </p:cNvPr>
          <p:cNvSpPr txBox="1"/>
          <p:nvPr/>
        </p:nvSpPr>
        <p:spPr>
          <a:xfrm>
            <a:off x="646611" y="999758"/>
            <a:ext cx="777893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TW" b="0" i="0" dirty="0">
                <a:solidFill>
                  <a:schemeClr val="tx1"/>
                </a:solidFill>
                <a:effectLst/>
                <a:latin typeface="Inter"/>
              </a:rPr>
              <a:t>The </a:t>
            </a:r>
            <a:r>
              <a:rPr lang="en-US" altLang="zh-TW" b="1" i="0" dirty="0">
                <a:solidFill>
                  <a:schemeClr val="tx1"/>
                </a:solidFill>
                <a:effectLst/>
                <a:latin typeface="Inter"/>
              </a:rPr>
              <a:t>ota_backup_files_list.txt</a:t>
            </a:r>
            <a:r>
              <a:rPr lang="en-US" altLang="zh-TW" b="0" i="0" dirty="0">
                <a:solidFill>
                  <a:schemeClr val="tx1"/>
                </a:solidFill>
                <a:effectLst/>
                <a:latin typeface="Inter"/>
              </a:rPr>
              <a:t> file should be configured to preserve customer data during the OTA update process.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zh-TW" dirty="0">
              <a:solidFill>
                <a:schemeClr val="tx1"/>
              </a:solidFill>
              <a:latin typeface="Inter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zh-TW" b="0" i="0" dirty="0">
              <a:solidFill>
                <a:schemeClr val="tx1"/>
              </a:solidFill>
              <a:effectLst/>
              <a:latin typeface="Inter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zh-TW" dirty="0">
              <a:solidFill>
                <a:schemeClr val="tx1"/>
              </a:solidFill>
              <a:latin typeface="Inter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zh-TW" dirty="0">
              <a:solidFill>
                <a:schemeClr val="tx1"/>
              </a:solidFill>
              <a:latin typeface="Inter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zh-TW" dirty="0">
              <a:solidFill>
                <a:schemeClr val="tx1"/>
              </a:solidFill>
              <a:latin typeface="Inter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zh-TW" dirty="0">
              <a:solidFill>
                <a:schemeClr val="tx1"/>
              </a:solidFill>
              <a:latin typeface="Inter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zh-TW" dirty="0">
              <a:solidFill>
                <a:schemeClr val="tx1"/>
              </a:solidFill>
              <a:latin typeface="Inter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zh-TW" dirty="0">
              <a:solidFill>
                <a:schemeClr val="tx1"/>
              </a:solidFill>
              <a:latin typeface="Inter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zh-TW" dirty="0">
              <a:solidFill>
                <a:schemeClr val="tx1"/>
              </a:solidFill>
              <a:latin typeface="Inter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zh-TW" b="0" i="0" dirty="0">
              <a:solidFill>
                <a:schemeClr val="tx1"/>
              </a:solidFill>
              <a:effectLst/>
              <a:latin typeface="Inter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0767AA68-C741-27E0-FA0C-FE8A251EE1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457" y="1878566"/>
            <a:ext cx="5584372" cy="2077014"/>
          </a:xfrm>
          <a:prstGeom prst="rect">
            <a:avLst/>
          </a:prstGeom>
        </p:spPr>
      </p:pic>
      <p:sp>
        <p:nvSpPr>
          <p:cNvPr id="13" name="TextBox 6">
            <a:extLst>
              <a:ext uri="{FF2B5EF4-FFF2-40B4-BE49-F238E27FC236}">
                <a16:creationId xmlns:a16="http://schemas.microsoft.com/office/drawing/2014/main" id="{D2BD564B-57CC-0A4A-888E-4F54739D9C52}"/>
              </a:ext>
            </a:extLst>
          </p:cNvPr>
          <p:cNvSpPr txBox="1"/>
          <p:nvPr/>
        </p:nvSpPr>
        <p:spPr>
          <a:xfrm>
            <a:off x="0" y="325049"/>
            <a:ext cx="9135541" cy="461238"/>
          </a:xfrm>
          <a:prstGeom prst="rect">
            <a:avLst/>
          </a:prstGeom>
          <a:solidFill>
            <a:srgbClr val="E3D9EB"/>
          </a:solidFill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 kern="1200">
                <a:solidFill>
                  <a:schemeClr val="dk1"/>
                </a:solidFill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aramond" panose="02020404030301010803" pitchFamily="18" charset="0"/>
                <a:ea typeface="新細明體" panose="02020500000000000000" pitchFamily="18" charset="-120"/>
                <a:cs typeface="+mn-cs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aramond" panose="02020404030301010803" pitchFamily="18" charset="0"/>
                <a:ea typeface="新細明體" panose="02020500000000000000" pitchFamily="18" charset="-120"/>
                <a:cs typeface="+mn-cs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aramond" panose="02020404030301010803" pitchFamily="18" charset="0"/>
                <a:ea typeface="新細明體" panose="02020500000000000000" pitchFamily="18" charset="-120"/>
                <a:cs typeface="+mn-cs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aramond" panose="02020404030301010803" pitchFamily="18" charset="0"/>
                <a:ea typeface="新細明體" panose="02020500000000000000" pitchFamily="18" charset="-120"/>
                <a:cs typeface="+mn-cs"/>
              </a:defRPr>
            </a:lvl5pPr>
            <a:lvl6pPr marL="2286000" defTabSz="914400" eaLnBrk="1" latinLnBrk="0" hangingPunct="1">
              <a:defRPr kumimoji="1" kern="1200">
                <a:solidFill>
                  <a:schemeClr val="tx1"/>
                </a:solidFill>
                <a:latin typeface="Garamond" panose="02020404030301010803" pitchFamily="18" charset="0"/>
                <a:ea typeface="新細明體" panose="02020500000000000000" pitchFamily="18" charset="-120"/>
                <a:cs typeface="+mn-cs"/>
              </a:defRPr>
            </a:lvl6pPr>
            <a:lvl7pPr marL="2743200" defTabSz="914400" eaLnBrk="1" latinLnBrk="0" hangingPunct="1">
              <a:defRPr kumimoji="1" kern="1200">
                <a:solidFill>
                  <a:schemeClr val="tx1"/>
                </a:solidFill>
                <a:latin typeface="Garamond" panose="02020404030301010803" pitchFamily="18" charset="0"/>
                <a:ea typeface="新細明體" panose="02020500000000000000" pitchFamily="18" charset="-120"/>
                <a:cs typeface="+mn-cs"/>
              </a:defRPr>
            </a:lvl7pPr>
            <a:lvl8pPr marL="3200400" defTabSz="914400" eaLnBrk="1" latinLnBrk="0" hangingPunct="1">
              <a:defRPr kumimoji="1" kern="1200">
                <a:solidFill>
                  <a:schemeClr val="tx1"/>
                </a:solidFill>
                <a:latin typeface="Garamond" panose="02020404030301010803" pitchFamily="18" charset="0"/>
                <a:ea typeface="新細明體" panose="02020500000000000000" pitchFamily="18" charset="-120"/>
                <a:cs typeface="+mn-cs"/>
              </a:defRPr>
            </a:lvl8pPr>
            <a:lvl9pPr marL="3657600" defTabSz="914400" eaLnBrk="1" latinLnBrk="0" hangingPunct="1">
              <a:defRPr kumimoji="1" kern="1200">
                <a:solidFill>
                  <a:schemeClr val="tx1"/>
                </a:solidFill>
                <a:latin typeface="Garamond" panose="02020404030301010803" pitchFamily="18" charset="0"/>
                <a:ea typeface="新細明體" panose="02020500000000000000" pitchFamily="18" charset="-120"/>
                <a:cs typeface="+mn-cs"/>
              </a:defRPr>
            </a:lvl9pPr>
          </a:lstStyle>
          <a:p>
            <a:r>
              <a:rPr lang="en-US" altLang="zh-TW" dirty="0"/>
              <a:t>Backup Mechanism</a:t>
            </a:r>
          </a:p>
        </p:txBody>
      </p:sp>
    </p:spTree>
    <p:extLst>
      <p:ext uri="{BB962C8B-B14F-4D97-AF65-F5344CB8AC3E}">
        <p14:creationId xmlns:p14="http://schemas.microsoft.com/office/powerpoint/2010/main" val="2126360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6">
            <a:extLst>
              <a:ext uri="{FF2B5EF4-FFF2-40B4-BE49-F238E27FC236}">
                <a16:creationId xmlns:a16="http://schemas.microsoft.com/office/drawing/2014/main" id="{86B68B15-799E-66F5-D12F-6612259371D0}"/>
              </a:ext>
            </a:extLst>
          </p:cNvPr>
          <p:cNvSpPr txBox="1"/>
          <p:nvPr/>
        </p:nvSpPr>
        <p:spPr>
          <a:xfrm>
            <a:off x="0" y="325049"/>
            <a:ext cx="9135541" cy="461238"/>
          </a:xfrm>
          <a:prstGeom prst="rect">
            <a:avLst/>
          </a:prstGeom>
          <a:solidFill>
            <a:srgbClr val="E3D9EB"/>
          </a:solidFill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 kern="1200">
                <a:solidFill>
                  <a:schemeClr val="dk1"/>
                </a:solidFill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aramond" panose="02020404030301010803" pitchFamily="18" charset="0"/>
                <a:ea typeface="新細明體" panose="02020500000000000000" pitchFamily="18" charset="-120"/>
                <a:cs typeface="+mn-cs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aramond" panose="02020404030301010803" pitchFamily="18" charset="0"/>
                <a:ea typeface="新細明體" panose="02020500000000000000" pitchFamily="18" charset="-120"/>
                <a:cs typeface="+mn-cs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aramond" panose="02020404030301010803" pitchFamily="18" charset="0"/>
                <a:ea typeface="新細明體" panose="02020500000000000000" pitchFamily="18" charset="-120"/>
                <a:cs typeface="+mn-cs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aramond" panose="02020404030301010803" pitchFamily="18" charset="0"/>
                <a:ea typeface="新細明體" panose="02020500000000000000" pitchFamily="18" charset="-120"/>
                <a:cs typeface="+mn-cs"/>
              </a:defRPr>
            </a:lvl5pPr>
            <a:lvl6pPr marL="2286000" defTabSz="914400" eaLnBrk="1" latinLnBrk="0" hangingPunct="1">
              <a:defRPr kumimoji="1" kern="1200">
                <a:solidFill>
                  <a:schemeClr val="tx1"/>
                </a:solidFill>
                <a:latin typeface="Garamond" panose="02020404030301010803" pitchFamily="18" charset="0"/>
                <a:ea typeface="新細明體" panose="02020500000000000000" pitchFamily="18" charset="-120"/>
                <a:cs typeface="+mn-cs"/>
              </a:defRPr>
            </a:lvl6pPr>
            <a:lvl7pPr marL="2743200" defTabSz="914400" eaLnBrk="1" latinLnBrk="0" hangingPunct="1">
              <a:defRPr kumimoji="1" kern="1200">
                <a:solidFill>
                  <a:schemeClr val="tx1"/>
                </a:solidFill>
                <a:latin typeface="Garamond" panose="02020404030301010803" pitchFamily="18" charset="0"/>
                <a:ea typeface="新細明體" panose="02020500000000000000" pitchFamily="18" charset="-120"/>
                <a:cs typeface="+mn-cs"/>
              </a:defRPr>
            </a:lvl7pPr>
            <a:lvl8pPr marL="3200400" defTabSz="914400" eaLnBrk="1" latinLnBrk="0" hangingPunct="1">
              <a:defRPr kumimoji="1" kern="1200">
                <a:solidFill>
                  <a:schemeClr val="tx1"/>
                </a:solidFill>
                <a:latin typeface="Garamond" panose="02020404030301010803" pitchFamily="18" charset="0"/>
                <a:ea typeface="新細明體" panose="02020500000000000000" pitchFamily="18" charset="-120"/>
                <a:cs typeface="+mn-cs"/>
              </a:defRPr>
            </a:lvl8pPr>
            <a:lvl9pPr marL="3657600" defTabSz="914400" eaLnBrk="1" latinLnBrk="0" hangingPunct="1">
              <a:defRPr kumimoji="1" kern="1200">
                <a:solidFill>
                  <a:schemeClr val="tx1"/>
                </a:solidFill>
                <a:latin typeface="Garamond" panose="02020404030301010803" pitchFamily="18" charset="0"/>
                <a:ea typeface="新細明體" panose="02020500000000000000" pitchFamily="18" charset="-120"/>
                <a:cs typeface="+mn-cs"/>
              </a:defRPr>
            </a:lvl9pPr>
          </a:lstStyle>
          <a:p>
            <a:endParaRPr lang="en-US" altLang="zh-TW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F171795-7789-E684-5F03-9C53CD5EA0D5}"/>
              </a:ext>
            </a:extLst>
          </p:cNvPr>
          <p:cNvSpPr txBox="1"/>
          <p:nvPr/>
        </p:nvSpPr>
        <p:spPr>
          <a:xfrm>
            <a:off x="0" y="324622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Customer Scenario</a:t>
            </a:r>
            <a:r>
              <a:rPr lang="zh-TW" altLang="en-US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zh-TW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 EBC-RC04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8D56EF50-1CCD-D959-9E2E-6AFACFCE9E8C}"/>
              </a:ext>
            </a:extLst>
          </p:cNvPr>
          <p:cNvSpPr txBox="1"/>
          <p:nvPr/>
        </p:nvSpPr>
        <p:spPr>
          <a:xfrm>
            <a:off x="646611" y="1247952"/>
            <a:ext cx="717804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chemeClr val="tx1"/>
                </a:solidFill>
                <a:latin typeface="Inter"/>
              </a:rPr>
              <a:t> </a:t>
            </a:r>
            <a:r>
              <a:rPr lang="en-US" altLang="zh-TW" b="0" i="0" dirty="0">
                <a:solidFill>
                  <a:schemeClr val="tx1"/>
                </a:solidFill>
                <a:effectLst/>
                <a:latin typeface="Inter"/>
              </a:rPr>
              <a:t>We use Jetpack 5.1.3 (Standard BSP) as an intermediate bridge.</a:t>
            </a:r>
            <a:r>
              <a:rPr lang="en-US" altLang="zh-TW" dirty="0">
                <a:solidFill>
                  <a:schemeClr val="tx1"/>
                </a:solidFill>
                <a:latin typeface="Inter"/>
              </a:rPr>
              <a:t>	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US" altLang="zh-TW" dirty="0">
              <a:solidFill>
                <a:schemeClr val="tx1"/>
              </a:solidFill>
              <a:latin typeface="Inter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zh-TW" b="0" i="0" dirty="0">
              <a:solidFill>
                <a:schemeClr val="tx1"/>
              </a:solidFill>
              <a:effectLst/>
              <a:latin typeface="Inter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zh-TW" b="0" i="0" dirty="0">
              <a:solidFill>
                <a:schemeClr val="tx1"/>
              </a:solidFill>
              <a:effectLst/>
              <a:latin typeface="Inter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EB5EC3E-0404-3005-F80E-F2CED8484CC7}"/>
              </a:ext>
            </a:extLst>
          </p:cNvPr>
          <p:cNvSpPr txBox="1"/>
          <p:nvPr/>
        </p:nvSpPr>
        <p:spPr>
          <a:xfrm>
            <a:off x="646611" y="786287"/>
            <a:ext cx="78507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TW" b="0" i="0" dirty="0">
                <a:solidFill>
                  <a:schemeClr val="tx1"/>
                </a:solidFill>
                <a:effectLst/>
                <a:latin typeface="Inter"/>
              </a:rPr>
              <a:t>Direct OTA upgrade from Jetpack 5.1.2 to 6.2 is NOT supported.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3CC22D6B-9DFE-28F0-0723-696E7F385A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890" y="1892516"/>
            <a:ext cx="6911507" cy="1464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7367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6">
            <a:extLst>
              <a:ext uri="{FF2B5EF4-FFF2-40B4-BE49-F238E27FC236}">
                <a16:creationId xmlns:a16="http://schemas.microsoft.com/office/drawing/2014/main" id="{86B68B15-799E-66F5-D12F-6612259371D0}"/>
              </a:ext>
            </a:extLst>
          </p:cNvPr>
          <p:cNvSpPr txBox="1"/>
          <p:nvPr/>
        </p:nvSpPr>
        <p:spPr>
          <a:xfrm>
            <a:off x="0" y="325049"/>
            <a:ext cx="9135541" cy="461238"/>
          </a:xfrm>
          <a:prstGeom prst="rect">
            <a:avLst/>
          </a:prstGeom>
          <a:solidFill>
            <a:srgbClr val="E3D9EB"/>
          </a:solidFill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 kern="1200">
                <a:solidFill>
                  <a:schemeClr val="dk1"/>
                </a:solidFill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aramond" panose="02020404030301010803" pitchFamily="18" charset="0"/>
                <a:ea typeface="新細明體" panose="02020500000000000000" pitchFamily="18" charset="-120"/>
                <a:cs typeface="+mn-cs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aramond" panose="02020404030301010803" pitchFamily="18" charset="0"/>
                <a:ea typeface="新細明體" panose="02020500000000000000" pitchFamily="18" charset="-120"/>
                <a:cs typeface="+mn-cs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aramond" panose="02020404030301010803" pitchFamily="18" charset="0"/>
                <a:ea typeface="新細明體" panose="02020500000000000000" pitchFamily="18" charset="-120"/>
                <a:cs typeface="+mn-cs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aramond" panose="02020404030301010803" pitchFamily="18" charset="0"/>
                <a:ea typeface="新細明體" panose="02020500000000000000" pitchFamily="18" charset="-120"/>
                <a:cs typeface="+mn-cs"/>
              </a:defRPr>
            </a:lvl5pPr>
            <a:lvl6pPr marL="2286000" defTabSz="914400" eaLnBrk="1" latinLnBrk="0" hangingPunct="1">
              <a:defRPr kumimoji="1" kern="1200">
                <a:solidFill>
                  <a:schemeClr val="tx1"/>
                </a:solidFill>
                <a:latin typeface="Garamond" panose="02020404030301010803" pitchFamily="18" charset="0"/>
                <a:ea typeface="新細明體" panose="02020500000000000000" pitchFamily="18" charset="-120"/>
                <a:cs typeface="+mn-cs"/>
              </a:defRPr>
            </a:lvl6pPr>
            <a:lvl7pPr marL="2743200" defTabSz="914400" eaLnBrk="1" latinLnBrk="0" hangingPunct="1">
              <a:defRPr kumimoji="1" kern="1200">
                <a:solidFill>
                  <a:schemeClr val="tx1"/>
                </a:solidFill>
                <a:latin typeface="Garamond" panose="02020404030301010803" pitchFamily="18" charset="0"/>
                <a:ea typeface="新細明體" panose="02020500000000000000" pitchFamily="18" charset="-120"/>
                <a:cs typeface="+mn-cs"/>
              </a:defRPr>
            </a:lvl7pPr>
            <a:lvl8pPr marL="3200400" defTabSz="914400" eaLnBrk="1" latinLnBrk="0" hangingPunct="1">
              <a:defRPr kumimoji="1" kern="1200">
                <a:solidFill>
                  <a:schemeClr val="tx1"/>
                </a:solidFill>
                <a:latin typeface="Garamond" panose="02020404030301010803" pitchFamily="18" charset="0"/>
                <a:ea typeface="新細明體" panose="02020500000000000000" pitchFamily="18" charset="-120"/>
                <a:cs typeface="+mn-cs"/>
              </a:defRPr>
            </a:lvl8pPr>
            <a:lvl9pPr marL="3657600" defTabSz="914400" eaLnBrk="1" latinLnBrk="0" hangingPunct="1">
              <a:defRPr kumimoji="1" kern="1200">
                <a:solidFill>
                  <a:schemeClr val="tx1"/>
                </a:solidFill>
                <a:latin typeface="Garamond" panose="02020404030301010803" pitchFamily="18" charset="0"/>
                <a:ea typeface="新細明體" panose="02020500000000000000" pitchFamily="18" charset="-120"/>
                <a:cs typeface="+mn-cs"/>
              </a:defRPr>
            </a:lvl9pPr>
          </a:lstStyle>
          <a:p>
            <a:endParaRPr lang="en-US" altLang="zh-TW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F171795-7789-E684-5F03-9C53CD5EA0D5}"/>
              </a:ext>
            </a:extLst>
          </p:cNvPr>
          <p:cNvSpPr txBox="1"/>
          <p:nvPr/>
        </p:nvSpPr>
        <p:spPr>
          <a:xfrm>
            <a:off x="0" y="324622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Integrate </a:t>
            </a:r>
            <a:r>
              <a:rPr lang="en-US" altLang="zh-TW" sz="24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DeviceOn</a:t>
            </a:r>
            <a:r>
              <a:rPr lang="zh-TW" altLang="en-US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zh-TW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OTA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90DD16B7-B15F-9EF4-9779-CA671501A2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0564" y="1271143"/>
            <a:ext cx="6276703" cy="3321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2583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6">
            <a:extLst>
              <a:ext uri="{FF2B5EF4-FFF2-40B4-BE49-F238E27FC236}">
                <a16:creationId xmlns:a16="http://schemas.microsoft.com/office/drawing/2014/main" id="{5778CC7B-312E-970C-CD85-E70CB6FCBD85}"/>
              </a:ext>
            </a:extLst>
          </p:cNvPr>
          <p:cNvSpPr txBox="1"/>
          <p:nvPr/>
        </p:nvSpPr>
        <p:spPr>
          <a:xfrm>
            <a:off x="0" y="325049"/>
            <a:ext cx="9135541" cy="461238"/>
          </a:xfrm>
          <a:prstGeom prst="rect">
            <a:avLst/>
          </a:prstGeom>
          <a:solidFill>
            <a:srgbClr val="E3D9EB"/>
          </a:solidFill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 kern="1200">
                <a:solidFill>
                  <a:schemeClr val="dk1"/>
                </a:solidFill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aramond" panose="02020404030301010803" pitchFamily="18" charset="0"/>
                <a:ea typeface="新細明體" panose="02020500000000000000" pitchFamily="18" charset="-120"/>
                <a:cs typeface="+mn-cs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aramond" panose="02020404030301010803" pitchFamily="18" charset="0"/>
                <a:ea typeface="新細明體" panose="02020500000000000000" pitchFamily="18" charset="-120"/>
                <a:cs typeface="+mn-cs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aramond" panose="02020404030301010803" pitchFamily="18" charset="0"/>
                <a:ea typeface="新細明體" panose="02020500000000000000" pitchFamily="18" charset="-120"/>
                <a:cs typeface="+mn-cs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aramond" panose="02020404030301010803" pitchFamily="18" charset="0"/>
                <a:ea typeface="新細明體" panose="02020500000000000000" pitchFamily="18" charset="-120"/>
                <a:cs typeface="+mn-cs"/>
              </a:defRPr>
            </a:lvl5pPr>
            <a:lvl6pPr marL="2286000" defTabSz="914400" eaLnBrk="1" latinLnBrk="0" hangingPunct="1">
              <a:defRPr kumimoji="1" kern="1200">
                <a:solidFill>
                  <a:schemeClr val="tx1"/>
                </a:solidFill>
                <a:latin typeface="Garamond" panose="02020404030301010803" pitchFamily="18" charset="0"/>
                <a:ea typeface="新細明體" panose="02020500000000000000" pitchFamily="18" charset="-120"/>
                <a:cs typeface="+mn-cs"/>
              </a:defRPr>
            </a:lvl6pPr>
            <a:lvl7pPr marL="2743200" defTabSz="914400" eaLnBrk="1" latinLnBrk="0" hangingPunct="1">
              <a:defRPr kumimoji="1" kern="1200">
                <a:solidFill>
                  <a:schemeClr val="tx1"/>
                </a:solidFill>
                <a:latin typeface="Garamond" panose="02020404030301010803" pitchFamily="18" charset="0"/>
                <a:ea typeface="新細明體" panose="02020500000000000000" pitchFamily="18" charset="-120"/>
                <a:cs typeface="+mn-cs"/>
              </a:defRPr>
            </a:lvl7pPr>
            <a:lvl8pPr marL="3200400" defTabSz="914400" eaLnBrk="1" latinLnBrk="0" hangingPunct="1">
              <a:defRPr kumimoji="1" kern="1200">
                <a:solidFill>
                  <a:schemeClr val="tx1"/>
                </a:solidFill>
                <a:latin typeface="Garamond" panose="02020404030301010803" pitchFamily="18" charset="0"/>
                <a:ea typeface="新細明體" panose="02020500000000000000" pitchFamily="18" charset="-120"/>
                <a:cs typeface="+mn-cs"/>
              </a:defRPr>
            </a:lvl8pPr>
            <a:lvl9pPr marL="3657600" defTabSz="914400" eaLnBrk="1" latinLnBrk="0" hangingPunct="1">
              <a:defRPr kumimoji="1" kern="1200">
                <a:solidFill>
                  <a:schemeClr val="tx1"/>
                </a:solidFill>
                <a:latin typeface="Garamond" panose="02020404030301010803" pitchFamily="18" charset="0"/>
                <a:ea typeface="新細明體" panose="02020500000000000000" pitchFamily="18" charset="-120"/>
                <a:cs typeface="+mn-cs"/>
              </a:defRPr>
            </a:lvl9pPr>
          </a:lstStyle>
          <a:p>
            <a:endParaRPr lang="en-US" altLang="zh-TW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F171795-7789-E684-5F03-9C53CD5EA0D5}"/>
              </a:ext>
            </a:extLst>
          </p:cNvPr>
          <p:cNvSpPr txBox="1"/>
          <p:nvPr/>
        </p:nvSpPr>
        <p:spPr>
          <a:xfrm>
            <a:off x="0" y="324622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Document reference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8D56EF50-1CCD-D959-9E2E-6AFACFCE9E8C}"/>
              </a:ext>
            </a:extLst>
          </p:cNvPr>
          <p:cNvSpPr txBox="1"/>
          <p:nvPr/>
        </p:nvSpPr>
        <p:spPr>
          <a:xfrm>
            <a:off x="646611" y="1106677"/>
            <a:ext cx="743929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TW" b="0" i="0" dirty="0">
                <a:solidFill>
                  <a:schemeClr val="tx1"/>
                </a:solidFill>
                <a:effectLst/>
                <a:latin typeface="Inter"/>
                <a:hlinkClick r:id="rId3"/>
              </a:rPr>
              <a:t>https://ess-kms.edgecenter.io/en/wiseec/public/Nvidia/EBC_RC04_OTA</a:t>
            </a:r>
            <a:endParaRPr lang="en-US" altLang="zh-TW" b="0" i="0" dirty="0">
              <a:solidFill>
                <a:schemeClr val="tx1"/>
              </a:solidFill>
              <a:effectLst/>
              <a:latin typeface="Inter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zh-TW" dirty="0">
              <a:solidFill>
                <a:schemeClr val="tx1"/>
              </a:solidFill>
              <a:latin typeface="Inter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TW" b="0" i="0" dirty="0">
                <a:solidFill>
                  <a:schemeClr val="tx1"/>
                </a:solidFill>
                <a:effectLst/>
                <a:latin typeface="Inter"/>
                <a:hlinkClick r:id="rId4"/>
              </a:rPr>
              <a:t>https://ess-kms.edgecenter.io/en/wiseec/internal/Nvidia/OTA_Package_Flow</a:t>
            </a:r>
            <a:endParaRPr lang="en-US" altLang="zh-TW" b="0" i="0" dirty="0">
              <a:solidFill>
                <a:schemeClr val="tx1"/>
              </a:solidFill>
              <a:effectLst/>
              <a:latin typeface="Inter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zh-TW" b="0" i="0" dirty="0">
              <a:solidFill>
                <a:schemeClr val="tx1"/>
              </a:solidFill>
              <a:effectLst/>
              <a:latin typeface="Inter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zh-TW" b="0" i="0" dirty="0">
              <a:solidFill>
                <a:schemeClr val="tx1"/>
              </a:solidFill>
              <a:effectLst/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30456304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g27368f89bd5_0_7"/>
          <p:cNvSpPr txBox="1"/>
          <p:nvPr/>
        </p:nvSpPr>
        <p:spPr>
          <a:xfrm>
            <a:off x="358775" y="2205038"/>
            <a:ext cx="50928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1" u="none" strike="noStrike" cap="none" dirty="0">
                <a:solidFill>
                  <a:srgbClr val="FAA40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 Together, 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1" u="none" strike="noStrike" cap="none" dirty="0">
                <a:solidFill>
                  <a:srgbClr val="FAA40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We Go Far and Grow Big</a:t>
            </a:r>
            <a:endParaRPr sz="2800" b="1" i="1" u="none" strike="noStrike" cap="none" dirty="0">
              <a:solidFill>
                <a:srgbClr val="FAA40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自訂設計">
  <a:themeElements>
    <a:clrScheme name="沉穩">
      <a:dk1>
        <a:srgbClr val="000000"/>
      </a:dk1>
      <a:lt1>
        <a:srgbClr val="FFFFFF"/>
      </a:lt1>
      <a:dk2>
        <a:srgbClr val="676A55"/>
      </a:dk2>
      <a:lt2>
        <a:srgbClr val="EAEBDE"/>
      </a:lt2>
      <a:accent1>
        <a:srgbClr val="72A376"/>
      </a:accent1>
      <a:accent2>
        <a:srgbClr val="B0CCB0"/>
      </a:accent2>
      <a:accent3>
        <a:srgbClr val="A8CDD7"/>
      </a:accent3>
      <a:accent4>
        <a:srgbClr val="C0BEAF"/>
      </a:accent4>
      <a:accent5>
        <a:srgbClr val="CEC597"/>
      </a:accent5>
      <a:accent6>
        <a:srgbClr val="E8B7B7"/>
      </a:accent6>
      <a:hlink>
        <a:srgbClr val="DB5353"/>
      </a:hlink>
      <a:folHlink>
        <a:srgbClr val="90363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36056</TotalTime>
  <Words>184</Words>
  <Application>Microsoft Office PowerPoint</Application>
  <PresentationFormat>如螢幕大小 (16:9)</PresentationFormat>
  <Paragraphs>47</Paragraphs>
  <Slides>11</Slides>
  <Notes>11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8" baseType="lpstr">
      <vt:lpstr>Arial</vt:lpstr>
      <vt:lpstr>Inter</vt:lpstr>
      <vt:lpstr>Calibri</vt:lpstr>
      <vt:lpstr>Times New Roman</vt:lpstr>
      <vt:lpstr>Roboto Mono</vt:lpstr>
      <vt:lpstr>Garamond</vt:lpstr>
      <vt:lpstr>自訂設計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x</dc:creator>
  <cp:lastModifiedBy>Dennis13.Huang</cp:lastModifiedBy>
  <cp:revision>19</cp:revision>
  <dcterms:created xsi:type="dcterms:W3CDTF">2004-01-16T02:40:24Z</dcterms:created>
  <dcterms:modified xsi:type="dcterms:W3CDTF">2026-03-03T15:56:42Z</dcterms:modified>
</cp:coreProperties>
</file>